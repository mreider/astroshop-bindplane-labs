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 Primer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Managing OpenTelemetry Collectors at Scale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You'll Learn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Six modules, each followed by a hands-on lab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the end you will have: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77977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running Astronomy Shop on Kubernetes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BindPlane agents collecting telemetry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Telemetry flowing to Dynatrace through a gateway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defined as YAML in a Git repo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You'll Need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start, confirm you have: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BindPlane Cloud account at app.bindplane.com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Kubernetes cluster with kubectl access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Helm v4+ installed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bindplane CLI installed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Dynatrace environment with an API token (traces, metrics, logs ingest scopes)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and the Solution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Collector Is Easy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write a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config.yaml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You apply it. It works.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a real cluster has multiple collectors: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gateway receiving OTLP from your apps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node agent on every node collecting container logs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cluster agent collecting Kubernetes events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has its own config. Each changes independently.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at Scale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the export destination from Jaeger to Dynatrace: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5 config files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each to the right workload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Hope you didn't introduce a typo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it again next month for the new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isn't deploying collectors. It's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managing their configurations across environments, over time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is a control plane for OpenTelemetry Collectors.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define configurations once. BindPlane delivers them to every collector that should receive them.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a destination - every matched collector updates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new node - its agent auto-joins the right group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Bad config? - automatic rollback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OpAMP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Collectors managed by BindPlane are called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They connect using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OpAMP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(Open Agent Management Protocol).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initiates an outbound WebSocket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 never reaches into your network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inbound ports, no VPN tunnels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895344"/>
            <a:ext cx="8229600" cy="457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wss://app.bindplane.com/v1/opamp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up your environment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1: Install and Authenticate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Install the BindPlane CLI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6400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curl -L -o /tmp/bp.zip https://storage.googleapis.com/bindplane-op-releases/bindplane/latest/bindplane-ee-darwin-arm64.zip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unzip /tmp/bp.zip -d /tmp/bp &amp;&amp; mv /tmp/bp/bindplane ~/bin/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Authenticate with your API key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337560"/>
            <a:ext cx="8229600" cy="8686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profile set default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--api-key YOUR_API_KEY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--remote-url https://app.bindplane.com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1: Verify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Confirm you can reach BindPlane Cloud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686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agents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matching resources found.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agents yet. That's expected. The empty response confirms your CLI is authenticated.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78561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Get your secret key (you'll need it later for agents)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5537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this value. Agents use it to authenticate with BindPlane.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 and Destinations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defines where telemetry comes from. It's BindPlane's version of an OTel receiver.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define it once as a named resource. Any number of configurations can reference it. Change the source, every configuration that uses it gets the update.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type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collects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otlp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Traces, metrics, logs via OTLP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k8s_container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Container logs from the node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k8s_events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Kubernetes event objects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Destinations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destination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defines where telemetry goes. BindPlane's version of an OTel exporter.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setup needs two:</a:t>
            </a:r>
            <a:endParaRPr lang="en-US" sz="2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79776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Destination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Type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astroshop-otlp-export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dynatrace_otlp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Final backend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astroshop-gateway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bindplane_gateway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 routing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Two Destinations?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could have every agent export directly to Dynatrace. But that means: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token on every node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egress points to monitor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connections for the backend to handle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027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Instead: node and cluster agents forward to the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Only the gateway talks to Dynatrace. One secret, one egress point.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822960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the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fan-in pattern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sources and destinations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2: Write the Source File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bindplane/sources.yaml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kind: 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name: astroshop-otlp-source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type: otlp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parameters: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telemetry_types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[Logs, Metrics, Traces]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grpc_port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4317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http_port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4318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2: Write the Destination Files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bindplane/gateway-destination.yaml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kind: Destination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name: astroshop-otlp-export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type: dynatrace_otlp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parameters: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deployment_type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Custom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custom_url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https://YOUR-ENV.dynatrace.com/api/v2/otlp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dynatrace_api_token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"${DT_API_TOKEN}"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2: Apply and Verify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resources (order doesn't matter for sources and destinations):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686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bindplane/sources.yaml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bindplane/gateway-destination.yaml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bindplane/gateway-to-bindplane-destination.yaml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3697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they exist: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785616"/>
            <a:ext cx="8229600" cy="969264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sources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TYPE  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astroshop-otlp-source        otlp   1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destinations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TYPE            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astroshop-otlp-export        dynatrace_otlp  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astroshop-gateway            bindplane_gateway 1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Configurations and Fleets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 and destinations are the inputs and outputs. 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wires them into a pipeline.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 the unit of deployment: the thing you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version, roll out, and roll back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Separating the configuration from the agents means you change what collectors do without touching them individually.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84448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configuration references sources and destinations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They must exist first.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Configurations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Destination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astroshop-gateway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OTLP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Dynatrace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 telemetry to backend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astroshop-node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Container, OTLP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 data to 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astroshop-cluster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K8s Events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Cluster data to 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770632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and cluster configs route to the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not directly to Dynatrace. The gateway config is the only one with external credentials.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Fleets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configurations already have label selectors, why do you need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fleets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visibility.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fleet is a named group you can monitor: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count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 throughput (logs, metrics, traces per hour)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versions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status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configurations and fleets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3: Write a Configuration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bindplane/gateway-config.yaml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kind: Configuration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name: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configuration: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measurementInterval: 1m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sources: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astroshop-otlp-source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destinations: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astroshop-otlp-export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selector: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matchLabels: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configuration: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3: Write the Fleets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bindplane/fleets.yaml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kind: 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name: astroshop-gateway-fleet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displayName: Astroshop 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platform: kubernetes-gateway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agent-type: observiq-otel-collector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configuration: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matchLabels: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configuration: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3: Apply and Verify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dependency order (configs reference sources, fleets reference configs):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0972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bindplane/gateway-config.yaml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bindplane/node-config.yaml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bindplane/cluster-config.yaml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bindplane/fleets.yaml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46557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14216"/>
            <a:ext cx="8229600" cy="740664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configurations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astroshop-gateway  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astroshop-node     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astroshop-cluster   1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fleets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CONFIGURATION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astroshop-gateway-fleet     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Agent Patterns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Kubernetes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that acts as the central routing point.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Receives OTLP from the app's OTel Collector and other agents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Exports to Dynatrace - the only agent with external credentials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agent that needs network access outside the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02736"/>
            <a:ext cx="8229600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manifest includes RBAC, a Service (ports 4317/4318), and an init container that writes a bootstrap config so the agent can start before BindPlane sends the real pipeline.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DaemonSet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- one pod per node. Collects what the gateway can't see.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31136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DaemonSet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per node, access to host filesystem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hostPort 4317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 OTLP endpoint for pods on same node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/var/log mount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 container log files from the host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Routes to 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 directly to backend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8313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 logs live on the host filesystem. Only a pod running on that node can read them.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Cluster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single-replica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cluster-wide data.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Kubernetes events (pod scheduled, OOM killed) and cluster metrics are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A DaemonSet would collect the same events on every node.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07238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pod. One copy. No duplication. Routes to the gateway.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Agents Find Their Config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report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when they connect. BindPlane matches labels to configurations and fleets.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686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env: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 name: OPAMP_LABELS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value: "configuration=astroshop-gateway,fleet=astroshop-gateway-fleet"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3697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configuration= matches the Configuration's selector.matchLabels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fleet= matches the Fleet's selector.matchLabels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197096"/>
            <a:ext cx="8229600" cy="557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pod starts, labels match, fleet assigned, config pushed.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Automatic.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the agents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4: Create the Namespace and Secret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agents run in their own namespace and need the secret key from Lab 1: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3258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kubectl create namespace bindplane-agent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kubectl -n bindplane-agent create secret generic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bindplane-agent-secret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--from-literal=secret-key="YOUR_SECRET_KEY"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69417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YOUR_SECRET_KEY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with the value from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secret get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4: Deploy All Three Agents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the three manifests from the repo: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kubectl apply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-f bindplane/k8s-gateway-agent.yaml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-f bindplane/k8s-node-agent.yaml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-f bindplane/k8s-cluster-agent.yaml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pods are running: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794760"/>
            <a:ext cx="8229600" cy="96012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kubectl get pods -n bindplane-agent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           READY  STATUS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bindplane-gateway-agent-xxx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bindplane-node-agent-yyy   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bindplane-cluster-agent-zzz             1/1    Running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4: Verify Agents in BindPlane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that agents registered with BindPlane Cloud: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5544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agents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VERSION  STATUS     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bindplane-gateway-agent-xxx  v1.80.1  Connected  astroshop-gateway-fleet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bindplane-node-agent-yyy     v1.80.1  Connected  astroshop-node-fleet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bindplane-cluster-agent-zzz  v1.80.1  Connected  astroshop-cluster-fleet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three agents should show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Connected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be assigned to their fleets via the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OPAMP_LABELS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the manifests.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Rollouts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Not Push Immediately?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Applying a configuration makes it available. But agents are still running their bootstrap no-op config. 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rollout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pushes the real configuration to them.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extra step? Because pushing a bad config to a hundred agents at once would be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catastrophic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Rollouts are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a small batch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errors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to more agents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any agent rejects the config - pause and roll back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Rollout Lifecycle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Status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Meaning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Started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Rollout in progress, pushing to agents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Stable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agent accepted the config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Error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 least one agent rejected (auto-rolled back)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Paused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Stopped by error or manually, waiting for action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0632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that rejected the config reverts to its previous config. No agents are left broken.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 out configurations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5: Start All Three Rollouts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configurations to the connected agents: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686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rollout start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rollout start astroshop-node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rollout start astroshop-cluster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5: Verify Rollout Status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that all three reached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Stable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rollout status astroshop-gateway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STATUS  COMPLETED 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astroshop-gateway:1 Stable  2          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rollout status astroshop-node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STATUS  COMPLETED 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astroshop-node:1  Stable  3          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rollout status astroshop-cluster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STATUS  COMPLETED 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astroshop-cluster:1 Stable  1          0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Application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the Astronomy Shop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Astronomy Shop ships with its own OTel Collector. It already sends to Jaeger, Prometheus, and OpenSearch.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second exporter that forwards a copy of everything to the BindPlane gateway. The original observability continues to work alongside BindPlane.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exporter uses Kubernetes service DNS to reach the gateway: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59936"/>
            <a:ext cx="8229600" cy="457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bindplane-gateway-agent.bindplane-agent.svc.cluster.local:4317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Helm Values Override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astroshop-values.yaml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file adds our exporter to every pipeline: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2523744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opentelemetry-collector: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config: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exporters: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otlp/bindplane: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endpoint: bindplane-gateway-agent.bindplane-agent.svc.cluster.local:4317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tls: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insecure: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service: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pipelines: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traces: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exporters: [otlp/jaeger, otlp/bindplane]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metrics: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exporters: [otlphttp/prometheus, otlp/bindplane]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logs: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exporters: [opensearch, otlp/bindplane]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the Astronomy Shop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6: Install with Helm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chart repo and deploy: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2402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helm repo add open-telemetry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https://open-telemetry.github.io/opentelemetry-helm-charts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helm repo update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helm upgrade --install astroshop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open-telemetry/opentelemetry-demo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-f astroshop-values.yaml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--namespace astroshop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--create-namespace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6: Verify End-to-End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pods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are running: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5544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kubectl get pods -n astroshop | head -5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READY  STATUS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frontend-xxx    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checkout-xxx    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otel-collector-xxx           1/1    Running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throughput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BindPlane: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8229600" cy="50292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agents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LOGS      METRICS    TRACES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bindplane-gateway-agent-xx  2.5 MB/h  9.4 MB/h   4.6 MB/h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in the BindPlane UI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6576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108960"/>
          </a:xfrm>
          <a:prstGeom prst="rect">
            <a:avLst/>
          </a:prstGeom>
          <a:solidFill>
            <a:srgbClr val="141827"/>
          </a:solidFill>
          <a:ln w="12700">
            <a:solidFill>
              <a:srgbClr val="1496FF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INSERT SCREENSHOT HERE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NOTES (delete before presenting):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5537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SCREENSHOT: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BindPlane &gt; Agents page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agents connected with throughput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 shows logs, metrics, and traces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point: End-to-end pipeline is working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the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6576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108960"/>
          </a:xfrm>
          <a:prstGeom prst="rect">
            <a:avLst/>
          </a:prstGeom>
          <a:solidFill>
            <a:srgbClr val="141827"/>
          </a:solidFill>
          <a:ln w="12700">
            <a:solidFill>
              <a:srgbClr val="1496FF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INSERT SCREENSHOT HERE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NOTES (delete before presenting):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5537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SCREENSHOT: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BindPlane &gt; Configurations &gt; astroshop-gateway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OTLP source on the left, Dynatrace on the right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throughput bars showing data flow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point: The YAML you wrote, visualized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Debugging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happens when things go wrong</a:t>
            </a:r>
            <a:endParaRPr lang="en-US" sz="2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Real Rollout Failure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rolling out the node config, we saw this: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rollout status astroshop-node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STATUS  COMPLETED  ERRORS  PENDING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astroshop-node:1  Error   0          1      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agent rejected the config. Two were held back. The CLI shows the count, but not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went wrong.</a:t>
            </a:r>
            <a:endParaRPr lang="en-US"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Finding the Error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checked the pod logs: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kubectl logs -n bindplane-agent bindplane-node-agent-wblpl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"Failed applying remote config"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"error: 'metrics' has invalid keys: k8s.pod.volume.usage"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BindPlane-generated config included a metric that the agent version didn't support.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1421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worked: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agent rolled back automatically. No broken state.</a:t>
            </a:r>
            <a:endParaRPr lang="en-US" sz="2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Core Loop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sources and destinations as YAML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them into configurations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agents into fleets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resources, deploy agents, rollout configs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 delivers configs via OpAMP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is a file in a repo. CI/CD follows naturally.</a:t>
            </a:r>
            <a:endParaRPr lang="en-US" sz="2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It Practical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 it matters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GitOps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resource is YAML. Review in PRs, deploy from CI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Safe rollouts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Phased delivery with automatic rollback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Fleet grouping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New nodes auto-join the right group via labels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server to run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 OpAMP - one URL, agents connect out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Fan-in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gateway, one egress point, one set of credentials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and 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primer: bp.mreider.com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repo: github.com/mreider/astroshop-bindplane-labs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 Cloud: app.bindplane.com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 Docs: docs.bindplane.com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OpAMP Spec: opentelemetry.io/docs/specs/opamp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Astronomy Shop: opentelemetry.io/docs/demo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Fork the repo. Fill in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.env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Run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scripts/deploy.sh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>PptxGenJS Presentation</dc:subject>
  <dc:creator>Dynatrace</dc:creator>
  <cp:lastModifiedBy>Dynatrace</cp:lastModifiedBy>
  <cp:revision>1</cp:revision>
  <dcterms:created xsi:type="dcterms:W3CDTF">2026-04-16T14:21:03Z</dcterms:created>
  <dcterms:modified xsi:type="dcterms:W3CDTF">2026-04-16T14:21:03Z</dcterms:modified>
</cp:coreProperties>
</file>