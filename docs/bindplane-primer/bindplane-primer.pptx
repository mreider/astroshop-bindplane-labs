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MASTER">
    <p:bg>
      <p:bgPr>
        <a:solidFill>
          <a:srgbClr val="0A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BindPlane Primer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Managing OpenTelemetry Collectors at Scale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You'll Learn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Audience: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Engineers running OTel Collectors in Kubernetes who want centralized management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managing collector configs at scale is painful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BindPlane solves this with a control plane approach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resource model: sources, destinations, configurations, fleets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Deploying and operating a full collector fleet with the Astronomy Shop demo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Problem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happens when you have more than one collector?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Collector Is Easy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write a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config.yaml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You apply it with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kubectl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It works.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 a real cluster has multiple collectors with different purposes: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2999232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gateway receiving OTLP from your apps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node agent on every node collecting container logs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cluster agent collecting Kubernetes events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4370832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has its own config file. Each needs to be updated independently.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Collectors, Five Problems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Now you need to change the export destination from Jaeger to Dynatrace.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Edit 5 config files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Apply each one to the right workload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Hope you didn't introduce a typo in one of them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it again next month for the new cluster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4014216"/>
            <a:ext cx="8229600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problem isn't deploying collectors. It's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managing their configurations across environments, over time, at scale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BindPlane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control plane for all your collectors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BindPlane Does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BindPlane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is a control plane for OpenTelemetry Collectors. You define configurations once. BindPlane delivers them to every collector that should receive them.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523744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Change a destination → every matched collector updates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 a new node → its agent auto-joins the right group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Bad config? → automatic rollback, no broken collectors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3895344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Available as a cloud service at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app.bindplane.com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or self-hosted.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Agents Connect: OpAMP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Collectors managed by BindPlane are called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agents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They connect using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OpAMP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(Open Agent Management Protocol) - an open standard.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523744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agent initiates an outbound WebSocket to BindPlane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BindPlane never reaches into your network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Works through firewalls - no inbound ports needed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3895344"/>
            <a:ext cx="8229600" cy="45720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wss://app.bindplane.com/v1/opamp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Building Blocks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resources that define what your collectors do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defines where telemetry comes from. It's BindPlane's abstraction over an OTel receiver.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define a source once. Any number of configurations can reference it. Change the source, and every configuration that uses it gets the update.</a:t>
            </a:r>
            <a:endParaRPr lang="en-US" sz="2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9184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Source type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What it collects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otlp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Traces, metrics, logs via OTLP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k8s_container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Container logs from the node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k8s_events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Kubernetes event objects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 YAML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Sources live in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bindplane/sources.yaml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269748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apiVersion: bindplane.observiq.com/v1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kind: Source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metadata: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name: astroshop-otlp-source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type: otlp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parameters: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name: telemetry_types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value: [Logs, Metrics, Traces]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name: grpc_port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value: 4317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Destinations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destination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defines where telemetry goes. It's BindPlane's abstraction over an OTel exporter.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setup has two destinations - and understanding why reveals a key architectural decision.</a:t>
            </a:r>
            <a:endParaRPr lang="en-US" sz="2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999232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Destination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Type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Purpose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astroshop-otlp-export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dynatrace_otlp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Ship to Dynatrace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astroshop-gateway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bindplane_gateway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Route to the gateway agent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Two Destinations?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could have every agent export directly to Dynatrace.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 that means: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2560320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token on every node - more secrets to manage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Multiple egress points to monitor and firewall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 connections for the backend to handle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393192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Instead: node agents forward to the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gateway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The gateway is the only one that talks to Dynatrace.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secret, one egress point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Configurations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configuration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wires sources to destinations into a pipeline.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is the unit of deployment - the thing you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version, roll out, and roll back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Changing a configuration changes what an entire group of collectors does, without touching any of them individually.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3584448"/>
            <a:ext cx="8229600" cy="1170432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kind: Configuration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metadata: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name: astroshop-gateway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sources: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name: astroshop-otlp-source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destinations: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name: astroshop-otlp-export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selector: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matchLabels: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configuration: astroshop-gateway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Fleets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a configuration already has a label selector, why do you need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fleets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?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Operational visibility.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 fleet gives you a named group you can monitor - agent count, combined throughput, version distribution, health status.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32918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configuration is the unit of deployment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fleet is the unit of operations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4251960"/>
            <a:ext cx="8229600" cy="50292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kind: Fleet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metadata: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name: astroshop-gateway-fleet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configuration: astroshop-gateway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Fleets in the BindPlane UI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36576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05840"/>
            <a:ext cx="8229600" cy="3108960"/>
          </a:xfrm>
          <a:prstGeom prst="rect">
            <a:avLst/>
          </a:prstGeom>
          <a:solidFill>
            <a:srgbClr val="1A1A2E"/>
          </a:solidFill>
          <a:ln w="12700">
            <a:solidFill>
              <a:srgbClr val="00A1E0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457200" y="22860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 INSERT SCREENSHOT HERE ]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42976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6B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AUTHOR NOTES (delete before presenting):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4553712"/>
            <a:ext cx="822960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SCREENSHOT:</a:t>
            </a:r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BindPlane &gt; Fleets page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4773168"/>
            <a:ext cx="822960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AAAA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fleets: Gateway, Node, Cluster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AAAA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shows agent count and throughput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AAAA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point: One view for the entire collector fleet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Project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the files are organized and why order matters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Repository Layout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Everything is YAML in a Git repo. Review changes in PRs. Deploy from CI.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2523744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bindplane/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sources.yaml              ← what to collect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gateway-destination.yaml  ← where to send (Dynatrace)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gateway-to-bindplane-destination.yaml  ← internal routing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gateway-config.yaml       ← pipeline: OTLP → Dynatrace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node-config.yaml          ← pipeline: logs → gateway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cluster-config.yaml       ← pipeline: events → gateway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fleets.yaml               ← agent grouping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k8s-gateway-agent.yaml    ← Kubernetes Deployment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k8s-node-agent.yaml       ← Kubernetes DaemonSet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k8s-cluster-agent.yaml    ← Kubernetes Deployment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Dependency Chain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These files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cannot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be applied in any order. Each resource references others by name.</a:t>
            </a:r>
            <a:endParaRPr lang="en-US" sz="2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31136"/>
          <a:ext cx="822960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2057400"/>
                <a:gridCol w="2057400"/>
                <a:gridCol w="20574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Step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What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Tool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Why this order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Sources + Destinations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bindplane apply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 dependencies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Configurations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bindplane apply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Reference sources + destinations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Fleets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bindplane apply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Reference configurations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K8s Manifests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kubectl apply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Agents that connect to BindPlane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Rollouts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bindplane rollout start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Push configs to connected agents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Applying Resources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Authenticate, then apply in dependency order: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269748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bindplane profile set default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--api-key $BINDPLANE_API_KEY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--remote-url https://app.bindplane.com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bindplane apply -f bindplane/sources.yaml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bindplane apply -f bindplane/gateway-destination.yaml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bindplane apply -f bindplane/gateway-config.yaml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bindplane apply -f bindplane/fleets.yaml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bindplane get configurations   # verify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bindplane get fleets           # verify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Three Agent Patterns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Gateway, Node, and Cluster</a:t>
            </a:r>
            <a:endParaRPr lang="en-US" sz="2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Gateway Agent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Kubernetes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Deployment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that acts as the central routing point.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Receives OTLP from the app's collector and from other agents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Exports to Dynatrace - the only agent with external credentials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only agent that needs network access outside the cluster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3602736"/>
            <a:ext cx="8229600" cy="1152144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env: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name: OPAMP_ENDPOINT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value: wss://app.bindplane.com/v1/opamp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name: OPAMP_LABELS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value: "configuration=astroshop-gateway,fleet=astroshop-gateway-fleet"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Node Agent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DaemonSet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- one pod per node. Collects what the gateway can't see.</a:t>
            </a:r>
            <a:endParaRPr lang="en-US" sz="2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31136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Feature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Why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DaemonSet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One per node - access to host filesystem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hostPort 4317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Local OTLP endpoint for pods on same node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/var/log mount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Read container log files from the host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→ Gateway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Forwards to gateway, not directly to backend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3831336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Deploy: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kubectl apply -f bindplane/k8s-node-agent.yaml</a:t>
            </a:r>
            <a:endParaRPr lang="en-US" sz="2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Cluster Agent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single-replica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Deployment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for cluster-wide data.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Kubernetes events (pod scheduled, OOM killed) and cluster metrics are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global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- not per-node. A DaemonSet would collect the same events on every node.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3072384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pod. One copy. No duplication. Forwards to the gateway.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384048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Deploy: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kubectl apply -f bindplane/k8s-cluster-agent.yaml</a:t>
            </a:r>
            <a:endParaRPr lang="en-US" sz="2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Full Architecture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36576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05840"/>
            <a:ext cx="8229600" cy="3108960"/>
          </a:xfrm>
          <a:prstGeom prst="rect">
            <a:avLst/>
          </a:prstGeom>
          <a:solidFill>
            <a:srgbClr val="1A1A2E"/>
          </a:solidFill>
          <a:ln w="12700">
            <a:solidFill>
              <a:srgbClr val="00A1E0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457200" y="22860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 INSERT SCREENSHOT HERE ]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42976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6B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AUTHOR NOTES (delete before presenting):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4553712"/>
            <a:ext cx="822960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SCREENSHOT:</a:t>
            </a:r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BindPlane &gt; Agents page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4773168"/>
            <a:ext cx="822960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AAAA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Gateway, Node, and Cluster agents all connected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AAAA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shows fleet, configuration, and throughput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AAAA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point: All three agent types managed from one control plane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Pushing configurations safely</a:t>
            </a:r>
            <a:endParaRPr lang="en-US" sz="2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Phased Rollouts?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Applying a configuration makes it available. A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pushes it to agents.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not push immediately? Because pushing a bad config to a hundred agents at once would be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catastrophic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29992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Rollouts are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phased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3547872"/>
            <a:ext cx="822960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Push to a small batch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Watch for errors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Expand to more agents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any agent rejects → pause and roll back</a:t>
            </a:r>
            <a:endParaRPr lang="en-US" sz="2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 Commands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224028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bindplane rollout start astroshop-gateway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               STATUS   COMPLETED  ERRORS  PENDING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astroshop-gateway:3 Started  0          0       1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bindplane rollout status astroshop-gateway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               STATUS   COMPLETED  ERRORS  PENDING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astroshop-gateway:3 Stable   2          0       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Stable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= every agent accepted.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= at least one rejected (auto-rolled back).</a:t>
            </a:r>
            <a:endParaRPr lang="en-US" sz="2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Kubernetes Details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parts BindPlane doesn't manage</a:t>
            </a:r>
            <a:endParaRPr lang="en-US" sz="2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BindPlane Manages vs. What You Manage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46304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There is a deliberate separation of concerns:</a:t>
            </a:r>
            <a:endParaRPr lang="en-US" sz="20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BindPlane manages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You manage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Pipeline config (sources, processors, destinations)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Container image and version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Config delivery via OpAMP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RBAC permissions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Phased rollouts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Resource limits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Fleet grouping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Security context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388620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BindPlane can change the pipeline remotely. Infrastructure changes require redeploying the manifest.</a:t>
            </a:r>
            <a:endParaRPr lang="en-US" sz="2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OPAMP_LABELS: How Agents Find Their Config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46304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73736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BindPlane matches agents to configs using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labels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not hostnames or IPs.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505456"/>
            <a:ext cx="8229600" cy="86868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env: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name: OPAMP_LABELS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value: "configuration=astroshop-gateway,fleet=astroshop-gateway-fleet"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511296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configuration= matches the Configuration's selector.matchLabels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fleet= matches the Fleet's selector.matchLabels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4471416"/>
            <a:ext cx="8229600" cy="283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new pod starts → labels match → fleet assigned → config pushed.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Automatic.</a:t>
            </a:r>
            <a:endParaRPr lang="en-US" sz="2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Init Container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agent needs a config file to start, but BindPlane sends the real config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it connects. And the container is read-only for security.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523744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Solution: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 init container writes a no-op bootstrap config into an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emptyDir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volume.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3291840"/>
            <a:ext cx="8229600" cy="146304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initContainers: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name: setup-volumes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command: ["sh", "-c"]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args: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echo 'receivers: {nop:}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exporters: {nop:}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service: {pipelines: {metrics: {receivers: [nop], exporters: [nop]}}}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' &gt; /etc/otel/storage/config.yaml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Full Deploy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Putting it all together</a:t>
            </a:r>
            <a:endParaRPr lang="en-US" sz="2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End-to-End Sequence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274320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Apply BindPlane resources (dependency order)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bindplane apply -f bindplane/sources.yaml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bindplane apply -f bindplane/gateway-destination.yaml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bindplane apply -f bindplane/gateway-config.yaml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bindplane apply -f bindplane/node-config.yaml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bindplane apply -f bindplane/cluster-config.yaml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bindplane apply -f bindplane/fleets.yaml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Deploy agents to Kubernetes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kubectl create namespace bindplane-agent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kubectl apply -f bindplane/k8s-gateway-agent.yaml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kubectl apply -f bindplane/k8s-node-agent.yaml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kubectl apply -f bindplane/k8s-cluster-agent.yaml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Push configurations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bindplane rollout start astroshop-gateway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bindplane rollout start astroshop-node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bindplane rollout start astroshop-cluster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Astroshop Connection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Astronomy Shop already has an OTel Collector. We add a second exporter that forwards to the BindPlane gateway.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523744"/>
            <a:ext cx="8229600" cy="2231136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astroshop-values.yaml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opentelemetry-collector: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config: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exporters: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otlp/bindplane: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endpoint: bindplane-gateway-agent.bindplane-agent.svc.cluster.local:4317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service: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pipelines: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traces: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exporters: [otlp/jaeger, otlp/bindplane]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metrics: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exporters: [otlphttp/prometheus, otlp/bindplane]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logs: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exporters: [opensearch, otlp/bindplane]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Gateway Pipeline in BindPlane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36576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05840"/>
            <a:ext cx="8229600" cy="3108960"/>
          </a:xfrm>
          <a:prstGeom prst="rect">
            <a:avLst/>
          </a:prstGeom>
          <a:solidFill>
            <a:srgbClr val="1A1A2E"/>
          </a:solidFill>
          <a:ln w="12700">
            <a:solidFill>
              <a:srgbClr val="00A1E0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457200" y="22860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 INSERT SCREENSHOT HERE ]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42976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6B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AUTHOR NOTES (delete before presenting):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4553712"/>
            <a:ext cx="822960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SCREENSHOT:</a:t>
            </a:r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BindPlane &gt; Configurations &gt; astroshop-gateway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4773168"/>
            <a:ext cx="822960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AAAA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OTLP source on the left, Dynatrace destination on the right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AAAA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Throughput bars showing live data flow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AAAA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point: The pipeline you defined in YAML, visualized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Debugging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happens when things go wrong</a:t>
            </a:r>
            <a:endParaRPr lang="en-US" sz="2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Real Rollout Failure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rolling out the node configuration: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109728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bindplane rollout status astroshop-node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             STATUS  COMPLETED  ERRORS  PENDING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astroshop-node:1  Error   0          1       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24612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agent rejected the config. Two are still waiting. But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was the error?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4014216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CLI only shows the count. We had to check the pod logs:</a:t>
            </a:r>
            <a:endParaRPr lang="en-US" sz="2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Fix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BindPlane-generated config included a metric (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k8s.pod.volume.usage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) that agent v1.80.1 didn't support.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worked: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The agent rolled back gracefully. No broken state.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2999232"/>
            <a:ext cx="822960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fix: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Remove the incompatible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k8s_kubelet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source from the node config, re-apply, re-rollout. Second rollout: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Stable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4059936"/>
            <a:ext cx="8229600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gap: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The error detail was only in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kubectl logs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not in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bindplane rollout status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The rollback itself was flawless.</a:t>
            </a:r>
            <a:endParaRPr lang="en-US" sz="2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Takeaways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Core Loop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Define sources and destinations as YAML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Wire them into configurations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agents into fleets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Apply resources, deploy agents, rollout configs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BindPlane delivers configs via OpAMP - agents handle the rest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365760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Everything is a file in a repo. CI/CD follows naturally.</a:t>
            </a:r>
            <a:endParaRPr lang="en-US" sz="2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Makes It Practical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Feature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Why it matters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GitOps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Every resource is YAML. Review in PRs, deploy from CI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Safe rollouts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Phased delivery with automatic rollback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Fleet grouping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New nodes auto-join the right group via labels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 server to run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Cloud OpAMP - one WebSocket URL, agents connect out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Fan-in architecture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One gateway, one egress point, one set of credentials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Resources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 started</a:t>
            </a:r>
            <a:endParaRPr lang="en-US" sz="2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Links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This primer: bp.mreider.com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repo: github.com/mreider/astroshop-bindplane-labs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BindPlane Cloud: app.bindplane.com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BindPlane Docs: docs.bindplane.com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OpAMP Spec: opentelemetry.io/docs/specs/opamp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Astronomy Shop: opentelemetry.io/docs/demo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4069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Fork the repo. Fill in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.env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Run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scripts/deploy.sh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slides</dc:title>
  <dc:subject>PptxGenJS Presentation</dc:subject>
  <dc:creator>Dynatrace</dc:creator>
  <cp:lastModifiedBy>Dynatrace</cp:lastModifiedBy>
  <cp:revision>1</cp:revision>
  <dcterms:created xsi:type="dcterms:W3CDTF">2026-04-16T14:16:13Z</dcterms:created>
  <dcterms:modified xsi:type="dcterms:W3CDTF">2026-04-16T14:16:13Z</dcterms:modified>
</cp:coreProperties>
</file>