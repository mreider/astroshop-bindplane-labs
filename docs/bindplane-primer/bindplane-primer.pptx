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Primer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OpenTelemetry Collectors at Scale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Learn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Engineers running OTel Collectors in Kubernetes who want centralized management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managing collector configs at scale is painful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BindPlane solves this with a control plane approach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resource model: sources, destinations, configurations,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and operating a full collector fleet with the Astronomy Shop demo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when you have more than one collector?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Collector Is Easy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write a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You apply it with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It works.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a real cluster has multiple collectors with different purposes: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receiving OTLP from your apps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node agent on every node collecting container logs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cluster agent collecting Kubernetes events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has its own config file. Each needs to be updated independently.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Collectors, Five Problems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you need to change the export destination from Jaeger to Dynatrace.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5 config files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each one to the right workload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Hope you didn't introduce a typo in one of them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again next month for the new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014216"/>
            <a:ext cx="822960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isn't deploying collectors. It's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their configurations across environments, over time, at scale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control plane for all your collectors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BindPlane Does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a control plane for OpenTelemetry Collectors. You define configurations once. BindPlane delivers them to every collector that should receive them.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a destination → every matched collector updates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new node → its agent auto-joins the right group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 config? → automatic rollback, no broken collectors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as a cloud service at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app.bindplane.com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self-hosted.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Agents Connect: OpAMP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 managed by BindPlane are called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They connect using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(Open Agent Management Protocol) — an open standard.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initiates an outbound WebSocket to BindPlane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never reaches into your network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through firewalls — no inbound ports needed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wss://app.bindplane.com/v1/opamp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Building Blocks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resources that define what your collectors do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defines where telemetry comes from. It's BindPlane's abstraction over an OTel receiver.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define a source once. Any number of configurations can reference it. Change the source, and every configuration that uses it gets the update.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 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collects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Traces, metrics, logs via 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k8s_container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 logs from the 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k8s_events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Kubernetes event objects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YAML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live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bindplane/sources.yaml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697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telemetry_types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[Logs, Metrics, Traces]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grpc_port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4317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defines where telemetry goes. It's BindPlane's abstraction over an OTel exporter.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setup has two destinations — and understanding why reveals a key architectural decision.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9923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Destination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astroshop-otlp-export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dynatrace_otlp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Ship to Dynatrace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bindplane_gateway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 to the gateway agent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Two Destinations?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could have every agent export directly to Dynatrace.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that means: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token on every node — more secrets to manage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egress points to monitor and firewall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connections for the backend to handle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Instead: node agents forward to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 gateway is the only one that talks to Dynatrace.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secret, one egress point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wires sources to destinations into a pipeline.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unit of deployment — the thing you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version, roll out, and roll back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Changing a configuration changes what an entire group of collectors does, without touching any of them individually.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84448"/>
            <a:ext cx="8229600" cy="1170432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destinations: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configuration already has a label selector, why do you need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visibility.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fleet gives you a named group you can monitor — agent count, combined throughput, version distribution, health status.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configuration is the unit of deployment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fleet is the unit of operations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 in the BindPlane 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Fleets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fleets: Gateway, Node, Cluster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shows agent count and throughput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One view for the entire collector fleet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files are organized and why order matters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 Layout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YAML in a Git repo. Review changes in PRs. Deploy from CI.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252374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sources.yaml              ← what to collect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gateway-destination.yaml  ← where to send (Dynatrace)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gateway-to-bindplane-destination.yaml  ← internal routing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gateway-config.yaml       ← pipeline: OTLP → Dynatrace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node-config.yaml          ← pipeline: logs →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cluster-config.yaml       ← pipeline: events →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fleets.yaml               ← agent grouping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k8s-gateway-agent.yaml    ← Kubernetes Deployment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k8s-node-agent.yaml       ← Kubernetes DaemonSet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k8s-cluster-agent.yaml    ← Kubernetes Deployment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Dependency Chain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files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cannot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 applied in any order. Each resource references others by name.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Step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this order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Sources + Destinations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dependencies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Reference sources + destinations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Reference configurations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 Manifests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kubectl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that connect to BindPlane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rollout start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Push configs to connected agents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Applying Resources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Authenticate, then apply in dependency order: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697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profile set default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$BINDPLANE_API_KEY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--remote-url https://app.bindplane.com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bindplane/fleets.yaml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get configurations   # verify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get fleets           # verify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Agent Patterns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Gateway, Node, and Cluster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Gateway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that acts as the central routing point.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Receives OTLP from the app's collector and from other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Exports to Dynatrace — the only agent with external credentials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only agent that needs network access outside the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115214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OPAMP_ENDPOINT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wss://app.bindplane.com/v1/opamp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Node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DaemonSet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one pod per node. Collects what the gateway can't see.</a:t>
            </a:r>
            <a:endParaRPr lang="en-US" sz="2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DaemonSet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per node — access to host filesystem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hostPort 4317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OTLP endpoint for pods on same 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/var/log mount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container log files from the host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→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Forwards to gateway, not directly to backend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313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bindplane/k8s-node-agent.yaml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Cluster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single-replica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cluster-wide data.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 events (pod scheduled, OOM killed) and cluster metrics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per-node. A DaemonSet would collect the same events on every node.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07238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pod. One copy. No duplication. Forwards to the gateway.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bindplane/k8s-cluster-agent.yaml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Agents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Gateway, Node, and Cluster agents all connected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shows fleet, configuration, and throughput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All three agent types managed from one control plane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Pushing configurations safely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Phased Rollouts?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Applying a configuration makes it available. 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pushes it to agents.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push immediately? Because pushing a bad config to a hundred agents at once would be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catastrophic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47872"/>
            <a:ext cx="822960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to a small batch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for errors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to more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any agent rejects → pause and roll back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 Commands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240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start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STATUS 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astroshop-gateway:3 Started  0          0    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STATUS 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astroshop-gateway:3 Stable   2          0       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= every agent accepted.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= at least one rejected (auto-rolled back).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 Details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parts BindPlane doesn't manage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BindPlane Manages vs. What You Manage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There is a deliberate separation of concerns: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manages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manage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Pipeline config (sources, processors, destinations)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 image and version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 delivery via OpAMP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RBAC permissions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Resource limits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 grouping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 context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862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can change the pipeline remotely. Infrastructure changes require redeploying the manifest.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OPAMP_LABELS: How Agents Find Their Config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matches agents to configs using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hostnames or IPs.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05456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51129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configuration= matches the Configuration's selector.matchLabels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fleet= matches the Fleet's selector.matchLabels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471416"/>
            <a:ext cx="8229600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pod starts → labels match → fleet assigned → config pushed.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Init Container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needs a config file to start, but BindPlane sends the real config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it connects. And the container is read-only for security.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 init container writes a no-op bootstrap config into 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emptyDir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volume.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initContainers: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setup-volumes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command: ["sh", "-c"]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echo 'receivers: {nop:}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exporters: {nop:}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service: {pipelines: {metrics: {receivers: [nop], exporters: [nop]}}}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 &gt; /etc/otel/storage/config.yaml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Deploy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Putting it all together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Sequence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Apply BindPlane resources (dependency order)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bindplane/node-config.yaml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bindplane/cluster-config.yaml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bindplane/fleets.yaml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Deploy agents to Kubernetes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create namespace bindplane-agent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bindplane/k8s-gateway-agent.yaml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bindplane/k8s-node-agent.yaml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bindplane/k8s-cluster-agent.yaml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Push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astroshop-cluster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Astroshop Connection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Astronomy Shop already has an OTel Collector. We add a second exporter that forwards to the BindPlane gateway.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2231136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astroshop-values.yaml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opentelemetry-collector: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exporters: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otlp/bindplane: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endpoint: bindplane-gateway-agent.bindplane-agent.svc.cluster.local:4317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service: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pipelines: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[otlp/jaeger,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metrics: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[otlphttp/prometheus,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[opensearch, otlp/bindplane]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 Pipeline in BindPlane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Configurations &gt; astroshop-gateway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OTLP source on the left, Dynatrace destination on the right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Throughput bars showing live data flow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The pipeline you defined in YAML, visualized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Debugging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when things go wrong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Rollout Failure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rolling out the node configuration: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STATUS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astroshop-node:1  Error   0          1      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agent rejected the config. Two are still waiting. But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was the error?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 only shows the count. We had to check the pod logs: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BindPlane-generated config included a metric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k8s.pod.volume.usage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that agent v1.80.1 didn't support.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worked: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agent rolled back gracefully. No broken state.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Remove the incompatible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k8s_kubelet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source from the node config, re-apply, re-rollout. Second rollout: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59936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error detail was only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logs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status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 rollback itself was flawless.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Loop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sources and destinations as YAML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them into configurations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agents into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resources, deploy agents, rollout configs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delivers configs via OpAMP — agents handle the rest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a file in a repo. CI/CD follows naturally.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Makes It Practical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GitOps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resource is YAML. Review in PRs, deploy from CI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Safe 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delivery with automatic rollback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 grouping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New nodes auto-join the right group via labels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server to run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 OpAMP — one WebSocket URL, agents connect out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Fan-in architecture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gateway, one egress point, one set of credentials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primer: bp.mreider.com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repo: github.com/mreider/astroshop-bindplane-labs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Cloud: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Docs: docs.bindplane.com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 Spec: opentelemetry.io/docs/specs/opamp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Astronomy Shop: opentelemetry.io/docs/demo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Fork the repo. Fill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Run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scripts/deploy.sh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>PptxGenJS Presentation</dc:subject>
  <dc:creator>Dynatrace</dc:creator>
  <cp:lastModifiedBy>Dynatrace</cp:lastModifiedBy>
  <cp:revision>1</cp:revision>
  <dcterms:created xsi:type="dcterms:W3CDTF">2026-04-16T14:14:30Z</dcterms:created>
  <dcterms:modified xsi:type="dcterms:W3CDTF">2026-04-16T14:14:30Z</dcterms:modified>
</cp:coreProperties>
</file>