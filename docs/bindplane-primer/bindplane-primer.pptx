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</p:sldIdLst>
  <p:notesMasterIdLst>
    <p:notesMasterId r:id="rId6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notesMaster" Target="notesMasters/notesMaster1.xml"/><Relationship Id="rId61" Type="http://schemas.openxmlformats.org/officeDocument/2006/relationships/presProps" Target="presProps.xml"/><Relationship Id="rId62" Type="http://schemas.openxmlformats.org/officeDocument/2006/relationships/viewProps" Target="viewProps.xml"/><Relationship Id="rId63" Type="http://schemas.openxmlformats.org/officeDocument/2006/relationships/theme" Target="theme/theme1.xml"/><Relationship Id="rId6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MASTER">
    <p:bg>
      <p:bgPr>
        <a:solidFill>
          <a:srgbClr val="0A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BindPlane Primer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Managing OpenTelemetry Collectors at Scale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You'll Learn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Format: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Six modules, each followed by a hands-on lab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31136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By the end you will have: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2779776"/>
            <a:ext cx="82296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running Astronomy Shop on Kubernetes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BindPlane agents collecting telemetry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Telemetry flowing to Dynatrace through a gateway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Everything defined as YAML in a Git repo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You'll Need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Before we start, confirm you have: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BindPlane Cloud account at app.bindplane.com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Kubernetes cluster with kubectl access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Helm v4+ installed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bindplane CLI installed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Dynatrace environment with an API token (traces, metrics, logs ingest scopes)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Module 1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Problem and the Solution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Collector Is Easy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write a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config.yaml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 You apply it. It works.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 a real cluster has multiple collectors: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2560320"/>
            <a:ext cx="82296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gateway receiving OTLP from your apps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node agent on every node collecting container logs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cluster agent collecting Kubernetes events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Each has its own config. Each changes independently.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Problem at Scale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Change the export destination from Jaeger to Dynatrace: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Edit 5 config files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Apply each to the right workload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Hope you didn't introduce a typo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 it again next month for the new cluster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379476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problem isn't deploying collectors. It's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managing their configurations across environments, over time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BindPlane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BindPlane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is a control plane for OpenTelemetry Collectors.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31136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define configurations once. BindPlane delivers them to every collector that should receive them.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2999232"/>
            <a:ext cx="82296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Change a destination - every matched collector updates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 a new node - its agent auto-joins the right group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Bad config? - automatic rollback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OpAMP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Collectors managed by BindPlane are called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agents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 They connect using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OpAMP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(Open Agent Management Protocol).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523744"/>
            <a:ext cx="82296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agent initiates an outbound WebSocket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BindPlane never reaches into your network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inbound ports, no VPN tunnels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3895344"/>
            <a:ext cx="8229600" cy="457200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wss://app.bindplane.com/v1/opamp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 1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Set up your environment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 1: Install and Authenticate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1: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Install the BindPlane CLI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640080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-L -o /tmp/bp.zip https://storage.googleapis.com/bindplane-op-releases/bindplane/latest/bindplane-ee-darwin-arm64.zip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unzip /tmp/bp.zip -d /tmp/bp &amp;&amp; mv /tmp/bp/bindplane ~/bin/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88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2: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Authenticate with your API key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" y="3337560"/>
            <a:ext cx="8229600" cy="868680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bindplane profile set default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--api-key YOUR_API_KEY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--remote-url https://app.bindplane.com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 1: Verify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3: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Confirm you can reach BindPlane Cloud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868680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bindplane get agents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matching resources found.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301752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agents yet. That's expected. The empty response confirms your CLI is authenticated.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" y="3785616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4: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Get your secret key (you'll need it later for agents)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4553712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Save this value. Agents use it to authenticate with BindPlane.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Module 2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Sources and Destinations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defines where telemetry comes from. It's BindPlane's version of an OTel receiver.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31136"/>
            <a:ext cx="822960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define it once as a named resource. Any number of configurations can reference it. Change the source, every configuration that uses it gets the update.</a:t>
            </a:r>
            <a:endParaRPr lang="en-US" sz="2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9184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Source type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What it collects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otlp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Traces, metrics, logs via OTLP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k8s_container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Container logs from the node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k8s_events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Kubernetes event objects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Destinations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destination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defines where telemetry goes. BindPlane's version of an OTel exporter.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31136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Our setup needs two:</a:t>
            </a:r>
            <a:endParaRPr lang="en-US" sz="2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79776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Destination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Type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Purpose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astroshop-otlp-export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dynatrace_otlp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Final backend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astroshop-gateway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bindplane_gateway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Internal routing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Two Destinations?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could have every agent export directly to Dynatrace. But that means: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31136"/>
            <a:ext cx="82296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token on every node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Multiple egress points to monitor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More connections for the backend to handle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3602736"/>
            <a:ext cx="822960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Instead: node and cluster agents forward to the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gateway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 Only the gateway talks to Dynatrace. One secret, one egress point.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" y="4663440"/>
            <a:ext cx="8229600" cy="91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This is the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fan-in pattern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2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 2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Create sources and destinations</a:t>
            </a:r>
            <a:endParaRPr lang="en-US" sz="2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 2: Write the Source File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Create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bindplane/sources.yaml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2743200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apiVersion: bindplane.observiq.com/v1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kind: Source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metadata: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name: astroshop-otlp-source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spec: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type: otlp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parameters: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 name: telemetry_types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value: [Logs, Metrics, Traces]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 name: grpc_port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value: 4317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 name: http_port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value: 4318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 2: Write the Destination Files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Create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bindplane/gateway-destination.yaml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2743200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apiVersion: bindplane.observiq.com/v1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kind: Destination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metadata: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name: astroshop-otlp-export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spec: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type: dynatrace_otlp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parameters: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 name: deployment_type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value: Custom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 name: custom_url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value: https://YOUR-ENV.dynatrace.com/api/v2/otlp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 name: dynatrace_api_token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value: "${DT_API_TOKEN}"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 2: Apply and Verify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Apply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the resources (order doesn't matter for sources and destinations):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31136"/>
            <a:ext cx="8229600" cy="868680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bindplane apply -f bindplane/sources.yaml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bindplane apply -f bindplane/gateway-destination.yaml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bindplane apply -f bindplane/gateway-to-bindplane-destination.yaml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3236976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Verify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they exist: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" y="3785616"/>
            <a:ext cx="8229600" cy="969264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bindplane get sources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                        TYPE   VERSION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astroshop-otlp-source        otlp   1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bindplane get destinations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                        TYPE             VERSION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astroshop-otlp-export        dynatrace_otlp   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astroshop-gateway            bindplane_gateway 1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Module 3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Configurations and Fleets</a:t>
            </a:r>
            <a:endParaRPr lang="en-US" sz="2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Configurations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Sources and destinations are the inputs and outputs. A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configuration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wires them into a pipeline.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31136"/>
            <a:ext cx="8229600" cy="1170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is the unit of deployment: the thing you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version, roll out, and roll back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 Separating the configuration from the agents means you change what collectors do without touching them individually.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3584448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configuration references sources and destinations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by name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 They must exist first.</a:t>
            </a:r>
            <a:endParaRPr lang="en-US" sz="2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Configurations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2057400"/>
                <a:gridCol w="2057400"/>
                <a:gridCol w="20574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Config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Sources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Destination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Purpose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astroshop-gateway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OTLP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Dynatrace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App telemetry to backend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astroshop-node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Container, OTLP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Gateway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Node data to gateway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astroshop-cluster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K8s Events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Gateway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Cluster data to gateway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2770632"/>
            <a:ext cx="822960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Node and cluster configs route to the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gateway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not directly to Dynatrace. The gateway config is the only one with external credentials.</a:t>
            </a:r>
            <a:endParaRPr lang="en-US" sz="2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Fleets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If configurations already have label selectors, why do you need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fleets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?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31136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Operational visibility.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 fleet is a named group you can monitor: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2999232"/>
            <a:ext cx="82296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 count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Combined throughput (logs, metrics, traces per hour)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 versions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Health status</a:t>
            </a:r>
            <a:endParaRPr lang="en-US" sz="2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 3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Create configurations and fleets</a:t>
            </a:r>
            <a:endParaRPr lang="en-US" sz="2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 3: Write a Configuration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Create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bindplane/gateway-config.yaml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2743200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apiVersion: bindplane.observiq.com/v1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kind: Configuration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metadata: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name: astroshop-gateway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labels: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configuration: astroshop-gateway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spec: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measurementInterval: 1m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sources: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 name: astroshop-otlp-source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destinations: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 name: astroshop-otlp-export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selector: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matchLabels: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configuration: astroshop-gateway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 3: Write the Fleets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Create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bindplane/fleets.yaml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2743200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apiVersion: bindplane.observiq.com/v1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kind: Fleet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metadata: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name: astroshop-gateway-fleet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displayName: Astroshop Gateway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labels: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platform: kubernetes-gateway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agent-type: observiq-otel-collector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spec: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configuration: astroshop-gateway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selector: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matchLabels: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configuration: astroshop-gateway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 3: Apply and Verify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Apply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in dependency order (configs reference sources, fleets reference configs):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31136"/>
            <a:ext cx="8229600" cy="1097280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bindplane apply -f bindplane/gateway-config.yaml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bindplane apply -f bindplane/node-config.yaml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bindplane apply -f bindplane/cluster-config.yaml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bindplane apply -f bindplane/fleets.yaml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3465576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Verify: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" y="4014216"/>
            <a:ext cx="8229600" cy="740664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bindplane get configurations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               VERSION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astroshop-gateway   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astroshop-node      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astroshop-cluster   1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bindplane get fleets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                        CONFIGURATION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astroshop-gateway-fleet      astroshop-gateway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Module 4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Three Agent Patterns</a:t>
            </a:r>
            <a:endParaRPr lang="en-US" sz="2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Gateway Agent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Kubernetes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Deployment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that acts as the central routing point.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31136"/>
            <a:ext cx="82296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Receives OTLP from the app's OTel Collector and other agents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Exports to Dynatrace - the only agent with external credentials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only agent that needs network access outside the cluster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3602736"/>
            <a:ext cx="8229600" cy="11521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manifest includes RBAC, a Service (ports 4317/4318), and an init container that writes a bootstrap config so the agent can start before BindPlane sends the real pipeline.</a:t>
            </a:r>
            <a:endParaRPr lang="en-US" sz="2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Node Agent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DaemonSet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- one pod per node. Collects what the gateway can't see.</a:t>
            </a:r>
            <a:endParaRPr lang="en-US" sz="20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31136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Feature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Why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DaemonSet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One per node, access to host filesystem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hostPort 4317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Local OTLP endpoint for pods on same node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/var/log mount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Read container log files from the host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Routes to gateway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Not directly to backend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3831336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Container logs live on the host filesystem. Only a pod running on that node can read them.</a:t>
            </a:r>
            <a:endParaRPr lang="en-US" sz="2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 Agent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single-replica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Deployment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for cluster-wide data.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Kubernetes events (pod scheduled, OOM killed) and cluster metrics are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global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 A DaemonSet would collect the same events on every node.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3072384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pod. One copy. No duplication. Routes to the gateway.</a:t>
            </a:r>
            <a:endParaRPr lang="en-US" sz="2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Agents Find Their Config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Agents report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labels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when they connect. BindPlane matches labels to configurations and fleets.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31136"/>
            <a:ext cx="8229600" cy="868680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env: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name: OPAMP_LABELS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value: "configuration=astroshop-gateway,fleet=astroshop-gateway-fleet"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3236976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configuration= matches the Configuration's selector.matchLabels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fleet= matches the Fleet's selector.matchLabels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4197096"/>
            <a:ext cx="8229600" cy="5577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 pod starts, labels match, fleet assigned, config pushed.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Automatic.</a:t>
            </a:r>
            <a:endParaRPr lang="en-US" sz="2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 4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 the agents</a:t>
            </a:r>
            <a:endParaRPr lang="en-US" sz="2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 4: Create the Namespace and Secret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agents run in their own namespace and need the secret key from Lab 1: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31136"/>
            <a:ext cx="8229600" cy="1325880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kubectl create namespace bindplane-agent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kubectl -n bindplane-agent create secret generic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bindplane-agent-secret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--from-literal=secret-key="YOUR_SECRET_KEY"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3694176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Replace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YOUR_SECRET_KEY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with the value from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bindplane secret get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2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 4: Deploy All Three Agents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Apply the three manifests from the repo: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1097280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kubectl apply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-f bindplane/k8s-gateway-agent.yaml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-f bindplane/k8s-node-agent.yaml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-f bindplane/k8s-cluster-agent.yaml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3246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Verify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pods are running: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" y="3794760"/>
            <a:ext cx="8229600" cy="960120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kubectl get pods -n bindplane-agent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                                   READY  STATUS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bindplane-gateway-agent-xxx             1/1    Running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bindplane-node-agent-yyy                1/1    Running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bindplane-cluster-agent-zzz             1/1    Running</a:t>
            </a:r>
            <a:endParaRPr lang="en-US" sz="1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 4: Verify Agents in BindPlane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 that agents registered with BindPlane Cloud: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1554480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bindplane get agents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                        VERSION  STATUS     FLEET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bindplane-gateway-agent-xxx  v1.80.1  Connected  astroshop-gateway-fleet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bindplane-node-agent-yyy     v1.80.1  Connected  astroshop-node-fleet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bindplane-cluster-agent-zzz  v1.80.1  Connected  astroshop-cluster-fleet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822960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 three agents should show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Connected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and be assigned to their fleets via the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OPAMP_LABELS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in the manifests.</a:t>
            </a:r>
            <a:endParaRPr lang="en-US" sz="2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Module 5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Rollouts</a:t>
            </a:r>
            <a:endParaRPr lang="en-US" sz="2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Not Push Immediately?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Applying a configuration makes it available. But agents are still running their bootstrap no-op config. A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rollout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pushes the real configuration to them.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523744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the extra step? Because pushing a bad config to a hundred agents at once would be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catastrophic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3291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Rollouts are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phased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: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" y="38404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Push to a small batch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Watch for errors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Expand to more agents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If any agent rejects the config - pause and roll back</a:t>
            </a:r>
            <a:endParaRPr lang="en-US" sz="2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Rollout Lifecycle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Status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Meaning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Started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Rollout in progress, pushing to agents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Every agent accepted the config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Error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At least one agent rejected (auto-rolled back)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Paused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Stopped by error or manually, waiting for action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30632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agent that rejected the config reverts to its previous config. No agents are left broken.</a:t>
            </a:r>
            <a:endParaRPr lang="en-US" sz="2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 5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 out configurations</a:t>
            </a:r>
            <a:endParaRPr lang="en-US" sz="2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 5: Start All Three Rollouts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Push configurations to the connected agents: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868680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bindplane rollout start astroshop-gateway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bindplane rollout start astroshop-node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bindplane rollout start astroshop-cluster</a:t>
            </a:r>
            <a:endParaRPr lang="en-US" sz="11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 5: Verify Rollout Status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 that all three reached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Stable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2743200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bindplane rollout status astroshop-gateway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               STATUS  COMPLETED  ERRORS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astroshop-gateway:1 Stable  2          0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bindplane rollout status astroshop-node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             STATUS  COMPLETED  ERRORS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astroshop-node:1  Stable  3          0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bindplane rollout status astroshop-cluster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               STATUS  COMPLETED  ERRORS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astroshop-cluster:1 Stable  1          0</a:t>
            </a:r>
            <a:endParaRPr lang="en-US" sz="11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Module 6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Application</a:t>
            </a:r>
            <a:endParaRPr lang="en-US" sz="2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Connecting the Astronomy Shop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Astronomy Shop ships with its own OTel Collector. It already sends to Jaeger, Prometheus, and OpenSearch.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31136"/>
            <a:ext cx="822960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 second exporter that forwards a copy of everything to the BindPlane gateway. The original observability continues to work alongside BindPlane.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32918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exporter uses Kubernetes service DNS to reach the gateway: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" y="4059936"/>
            <a:ext cx="8229600" cy="457200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bindplane-gateway-agent.bindplane-agent.svc.cluster.local:4317</a:t>
            </a:r>
            <a:endParaRPr lang="en-US" sz="11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Helm Values Override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astroshop-values.yaml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file adds our exporter to every pipeline: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31136"/>
            <a:ext cx="8229600" cy="2523744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opentelemetry-collector: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config: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exporters: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otlp/bindplane: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endpoint: bindplane-gateway-agent.bindplane-agent.svc.cluster.local:4317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tls: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insecure: true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service: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pipelines: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traces: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exporters: [otlp/jaeger, otlp/bindplane]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metrics: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exporters: [otlphttp/prometheus, otlp/bindplane]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logs: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exporters: [opensearch, otlp/bindplane]</a:t>
            </a:r>
            <a:endParaRPr lang="en-US" sz="11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 6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 the Astronomy Shop</a:t>
            </a:r>
            <a:endParaRPr lang="en-US" sz="2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 6: Install with Helm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 the chart repo and deploy: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2240280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helm repo add open-telemetry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https://open-telemetry.github.io/opentelemetry-helm-charts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helm repo update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helm upgrade --install astroshop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open-telemetry/opentelemetry-demo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-f astroshop-values.yaml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--namespace astroshop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--create-namespace</a:t>
            </a:r>
            <a:endParaRPr lang="en-US" sz="11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 6: Verify End-to-End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 pods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are running: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1554480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kubectl get pods -n astroshop | head -5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                        READY  STATUS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frontend-xxx                 1/1    Running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checkout-xxx                 1/1    Running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otel-collector-xxx           1/1    Running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 throughput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in BindPlane: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" y="4251960"/>
            <a:ext cx="8229600" cy="502920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bindplane get agents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                       LOGS      METRICS    TRACES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bindplane-gateway-agent-xx  2.5 MB/h  9.4 MB/h   4.6 MB/h</a:t>
            </a:r>
            <a:endParaRPr lang="en-US" sz="11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Verify in the BindPlane UI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36576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05840"/>
            <a:ext cx="8229600" cy="3108960"/>
          </a:xfrm>
          <a:prstGeom prst="rect">
            <a:avLst/>
          </a:prstGeom>
          <a:solidFill>
            <a:srgbClr val="1A1A2E"/>
          </a:solidFill>
          <a:ln w="12700">
            <a:solidFill>
              <a:srgbClr val="00A1E0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457200" y="22860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 INSERT SCREENSHOT HERE ]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429768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6B6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AUTHOR NOTES (delete before presenting):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4553712"/>
            <a:ext cx="822960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SCREENSHOT:</a:t>
            </a:r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BindPlane &gt; Agents page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4773168"/>
            <a:ext cx="822960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AAAA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 agents connected with throughput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AAAA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Gateway shows logs, metrics, and traces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AAAA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point: End-to-end pipeline is working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Verify the Pipeline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36576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05840"/>
            <a:ext cx="8229600" cy="3108960"/>
          </a:xfrm>
          <a:prstGeom prst="rect">
            <a:avLst/>
          </a:prstGeom>
          <a:solidFill>
            <a:srgbClr val="1A1A2E"/>
          </a:solidFill>
          <a:ln w="12700">
            <a:solidFill>
              <a:srgbClr val="00A1E0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457200" y="22860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 INSERT SCREENSHOT HERE ]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429768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6B6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AUTHOR NOTES (delete before presenting):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4553712"/>
            <a:ext cx="822960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SCREENSHOT:</a:t>
            </a:r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BindPlane &gt; Configurations &gt; astroshop-gateway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4773168"/>
            <a:ext cx="822960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AAAA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OTLP source on the left, Dynatrace on the right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AAAA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throughput bars showing data flow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AAAA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point: The YAML you wrote, visualized</a:t>
            </a:r>
            <a:endParaRPr lang="en-US" sz="9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Debugging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happens when things go wrong</a:t>
            </a:r>
            <a:endParaRPr lang="en-US" sz="2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Real Rollout Failure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rolling out the node config, we saw this: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1097280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bindplane rollout status astroshop-node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             STATUS  COMPLETED  ERRORS  PENDING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astroshop-node:1  Error   0          1       2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324612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agent rejected the config. Two were held back. The CLI shows the count, but not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went wrong.</a:t>
            </a:r>
            <a:endParaRPr lang="en-US" sz="2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Finding the Error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checked the pod logs: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1097280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kubectl logs -n bindplane-agent bindplane-node-agent-wblpl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"Failed applying remote config"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"error: 'metrics' has invalid keys: k8s.pod.volume.usage"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324612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BindPlane-generated config included a metric that the agent version didn't support.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" y="4014216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worked: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The agent rolled back automatically. No broken state.</a:t>
            </a:r>
            <a:endParaRPr lang="en-US" sz="2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Takeaways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00A1E0"/>
          </a:solidFill>
          <a:ln/>
        </p:spPr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Core Loop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Define sources and destinations as YAML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Wire them into configurations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agents into fleets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Apply resources, deploy agents, rollout configs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BindPlane delivers configs via OpAMP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365760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Everything is a file in a repo. CI/CD follows naturally.</a:t>
            </a:r>
            <a:endParaRPr lang="en-US" sz="2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Makes It Practical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graphicFrame>
        <p:nvGraphicFramePr>
          <p:cNvPr id="5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Feature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Why it matters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GitOps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Every resource is YAML. Review in PRs, deploy from CI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Safe rollouts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Phased delivery with automatic rollback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Fleet grouping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New nodes auto-join the right group via labels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 server to run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Cloud OpAMP - one URL, agents connect out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Fan-in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One gateway, one egress point, one set of credentials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Resources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00A1E0"/>
          </a:solidFill>
          <a:ln/>
        </p:spPr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Links and Next Steps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This primer: bp.mreider.com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repo: github.com/mreider/astroshop-bindplane-labs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BindPlane Cloud: app.bindplane.com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BindPlane Docs: docs.bindplane.com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OpAMP Spec: opentelemetry.io/docs/specs/opamp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Astronomy Shop: opentelemetry.io/docs/demo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4069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Fork the repo. Fill in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.env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 Run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scripts/deploy.sh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58</Slides>
  <Notes>58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58</vt:i4>
      </vt:variant>
    </vt:vector>
  </HeadingPairs>
  <TitlesOfParts>
    <vt:vector size="6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slides</dc:title>
  <dc:subject>PptxGenJS Presentation</dc:subject>
  <dc:creator>Dynatrace</dc:creator>
  <cp:lastModifiedBy>Dynatrace</cp:lastModifiedBy>
  <cp:revision>1</cp:revision>
  <dcterms:created xsi:type="dcterms:W3CDTF">2026-04-16T14:18:45Z</dcterms:created>
  <dcterms:modified xsi:type="dcterms:W3CDTF">2026-04-16T14:18:45Z</dcterms:modified>
</cp:coreProperties>
</file>